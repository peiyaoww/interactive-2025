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8"/>
    <p:restoredTop sz="94675"/>
  </p:normalViewPr>
  <p:slideViewPr>
    <p:cSldViewPr snapToGrid="0">
      <p:cViewPr>
        <p:scale>
          <a:sx n="88" d="100"/>
          <a:sy n="88" d="100"/>
        </p:scale>
        <p:origin x="19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B8D9-2259-25B3-0B73-B017718F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CCFC3-474D-6350-677F-BE8A9FB4F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545D5-21FE-23A4-0511-3CFF0C30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E54FB-6ABC-D869-23CA-8477A8455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DCAB7-A377-C60C-8A8C-C1CDD1C5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7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2584-36AD-21D6-2EBB-D46DECCA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FC224-F03D-86E0-EE76-44306F121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2D590-F9CB-66E4-518A-647632067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4D7E9-7C53-D782-2D29-C1883524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B85F-9B2F-A59A-A018-0E4C52D5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1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EF22-E107-5F3D-A8BB-7D68A9DF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C8DA-7167-CC9B-D39D-C66346DA0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2BF3-A33E-A3AE-9E1A-0565A294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D727F-5EB2-BFD1-B538-2F5FBACD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1AA27-5586-00FB-2145-200B9260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19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2DD6D-288A-C126-71F9-A3905D28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FCE2F-39D6-1E48-68C8-2C39FB2AC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FEB57-1851-DC8E-8779-7BECC687D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333CB-B509-1C7A-45C0-313E4A55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7A682-BCF3-DC2A-922A-2B74A26A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51101-3291-EEA1-3658-16A8AB9D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51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982B-EEA8-1368-C092-EA3497FD0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1375C-1086-68FA-68C1-D2094DD37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797E0-885A-4226-3285-23021C582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567D5D-0FA7-CF16-B51B-32F521E5E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25AA0-BCD9-7F11-03BC-0DFDCA9AB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54184-8E7F-EF06-F1BC-9C5926BC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14D4E-F169-7F02-ED6D-3AB21A34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18417-FFAB-925D-0C5C-47DA30C4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2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6607-CEDA-E255-4515-3B1CF50E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574F3-E4A5-6E74-0CC6-915C598C6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987E6-BEA8-AE72-735C-7F715718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A7079-1983-DBFC-B1CC-857AD0F9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94151-2FB2-2FB2-802F-C7C2AE803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3912F-581F-5ACF-1711-D66FBDD76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9369A-756D-2A61-733C-FA79E583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0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6E95-413A-BF24-370D-C211A8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8BBE3-E66D-0C39-8F89-4568E60BF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59A24-47FC-4B0F-72E6-46534A4AC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9FF10-8D74-2A7F-9221-BA57E67B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EEB29-B80B-1A31-5E8F-D25327DC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0A86C-0C0D-748B-8A77-6D757382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3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4E27-BB61-1499-B7EF-FB326FD0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A7661-DDC9-A903-4B90-B919851B4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1F453-C846-0051-65E8-E17D403DA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44D0B-4F59-477C-4D7A-583D8321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2EFC7-5F55-1384-7E79-9BA9C047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194EC-3196-871B-311A-81917F1C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9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09D1-DDD2-DA5D-CEDD-9291BB77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C3284-8B1F-8898-ADAE-2DA346CBC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A5B2D-A0C4-9C67-0A41-2ECC6EF4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8FA59-78A3-6177-32F5-FC8D4E55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40795-82EE-850F-7D1F-9CF38AFE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6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B4F04D-97F8-A7CB-9C9E-707B41C70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9E427-679A-0A1F-7F72-0DEC3C7E4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68A94-30F0-42A9-DA98-58C880DE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0B79D-6B51-B791-D622-2E641D3A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FB1C9-10C2-5090-60D5-92EA608B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7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69BE4D-8259-E23F-2B0E-12A4DB18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E131-4656-E9B8-C158-E10C6EC55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0867C-D4B8-6DBA-8AB2-CC278466F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F352D-0D89-A74D-B814-4CF8910FB467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DA7D3-6064-C19C-80F1-50C393398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BF598-65AC-6818-705F-3CA38A1E2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AFB6D-EDBB-4A48-8F1D-5B3EDA358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1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vzSDUmZRd4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1F59-71DC-7076-98E0-A34DE6754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570" y="2216734"/>
            <a:ext cx="6167718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92D050"/>
                </a:solidFill>
                <a:effectLst/>
                <a:latin typeface="Helvetica" pitchFamily="2" charset="0"/>
              </a:rPr>
              <a:t>Exploring Stardew Valley as a Medium</a:t>
            </a:r>
            <a:br>
              <a:rPr lang="en-US" dirty="0">
                <a:solidFill>
                  <a:srgbClr val="92D050"/>
                </a:solidFill>
                <a:effectLst/>
                <a:latin typeface="Helvetica" pitchFamily="2" charset="0"/>
              </a:rPr>
            </a:b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052F9-7ACC-179A-A229-7908E3C01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570" y="1298357"/>
            <a:ext cx="3004969" cy="1249662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rgbClr val="92D050"/>
                </a:solidFill>
              </a:rPr>
              <a:t>Project2</a:t>
            </a:r>
          </a:p>
        </p:txBody>
      </p:sp>
      <p:pic>
        <p:nvPicPr>
          <p:cNvPr id="17" name="Picture 16" descr="A pixelated chicken and eggs&#10;&#10;Description automatically generated">
            <a:extLst>
              <a:ext uri="{FF2B5EF4-FFF2-40B4-BE49-F238E27FC236}">
                <a16:creationId xmlns:a16="http://schemas.microsoft.com/office/drawing/2014/main" id="{2F6D6A78-8851-CAF3-170D-A4A6C1A75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288" y="967072"/>
            <a:ext cx="4496224" cy="49238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B79600-6A1E-0C57-6BF3-E400539D1FBA}"/>
              </a:ext>
            </a:extLst>
          </p:cNvPr>
          <p:cNvSpPr txBox="1"/>
          <p:nvPr/>
        </p:nvSpPr>
        <p:spPr>
          <a:xfrm>
            <a:off x="566570" y="5521595"/>
            <a:ext cx="3632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By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Peiyao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Wang</a:t>
            </a:r>
          </a:p>
        </p:txBody>
      </p:sp>
    </p:spTree>
    <p:extLst>
      <p:ext uri="{BB962C8B-B14F-4D97-AF65-F5344CB8AC3E}">
        <p14:creationId xmlns:p14="http://schemas.microsoft.com/office/powerpoint/2010/main" val="406390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FD52-95D9-5867-306F-232ECE80B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555" y="874484"/>
            <a:ext cx="9873214" cy="537028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What is it?</a:t>
            </a:r>
            <a:br>
              <a:rPr lang="en-US" sz="8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Stardew Valley is a farming simulation and role-playing game (RPG) where players manage a farm, build relationships, and explore a vibrant world.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Why I Chose It?</a:t>
            </a:r>
            <a:endParaRPr lang="en-US" sz="8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Combines storytelling, creativity, and strategy.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Engages players emotionally through characters and immersive gameplay.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Showcases themes of community, sustainability, and personal growth.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Where I Found It?</a:t>
            </a:r>
            <a:endParaRPr lang="en-US" sz="8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Originally discovered as an indie game developed by Eric Barone.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Available on multiple platforms (PC, console, mobile).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Gained popularity through its deep mechanics and relaxing aesthetic.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How I Plan to Study It?</a:t>
            </a:r>
            <a:endParaRPr lang="en-US" sz="8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Analyze its storytelling and character development.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Examine how mechanics contribute to immersion and player engagement.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Explore the game’s impact on relaxation and mental well-being.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accent6">
                    <a:lumMod val="75000"/>
                  </a:schemeClr>
                </a:solidFill>
              </a:rPr>
              <a:t>Compare with other simulation games to understand its unique appeal.</a:t>
            </a:r>
          </a:p>
          <a:p>
            <a:endParaRPr lang="en-US" dirty="0"/>
          </a:p>
        </p:txBody>
      </p:sp>
      <p:pic>
        <p:nvPicPr>
          <p:cNvPr id="9" name="Picture 8" descr="A sticker of a cat and a speech bubble&#10;&#10;Description automatically generated">
            <a:extLst>
              <a:ext uri="{FF2B5EF4-FFF2-40B4-BE49-F238E27FC236}">
                <a16:creationId xmlns:a16="http://schemas.microsoft.com/office/drawing/2014/main" id="{37101E41-4090-F963-F074-F289BCD29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340" y="4659087"/>
            <a:ext cx="1324429" cy="132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8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Stardew Valley: Intro Scene">
            <a:hlinkClick r:id="" action="ppaction://media"/>
            <a:extLst>
              <a:ext uri="{FF2B5EF4-FFF2-40B4-BE49-F238E27FC236}">
                <a16:creationId xmlns:a16="http://schemas.microsoft.com/office/drawing/2014/main" id="{8A1AECC0-4B5B-7DF2-97EF-D0ABB87F304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0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160</Words>
  <Application>Microsoft Macintosh PowerPoint</Application>
  <PresentationFormat>Widescreen</PresentationFormat>
  <Paragraphs>17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Office Theme</vt:lpstr>
      <vt:lpstr>Exploring Stardew Valley as a Medium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Stardew Valley as a Medium </dc:title>
  <dc:creator>wangpeiyao</dc:creator>
  <cp:lastModifiedBy>wangpeiyao</cp:lastModifiedBy>
  <cp:revision>2</cp:revision>
  <dcterms:created xsi:type="dcterms:W3CDTF">2025-02-21T07:01:00Z</dcterms:created>
  <dcterms:modified xsi:type="dcterms:W3CDTF">2025-02-21T07:41:54Z</dcterms:modified>
</cp:coreProperties>
</file>